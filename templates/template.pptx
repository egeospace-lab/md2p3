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tags+xml" PartName="/ppt/tags/tag1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Default ContentType="image/png" Extension="png"/>
  <Default ContentType="image/jpeg" Extension="jpeg"/>
  <Override ContentType="application/x-fontdata" PartName="/ppt/fonts/font1.fntdata"/>
  <Override ContentType="application/x-fontdata" PartName="/ppt/fonts/font2.fntdata"/>
  <Override ContentType="application/x-fontdata" PartName="/ppt/fonts/font3.fntdata"/>
  <Override ContentType="application/x-fontdata" PartName="/ppt/fonts/font4.fntdata"/>
  <Override ContentType="application/x-fontdata" PartName="/ppt/fonts/font5.fntdata"/>
  <Override ContentType="application/x-fontdata" PartName="/ppt/fonts/font6.fntdata"/>
  <Override ContentType="application/x-fontdata" PartName="/ppt/fonts/font7.fntdata"/>
  <Override ContentType="application/x-fontdata" PartName="/ppt/fonts/font8.fntdata"/>
  <Override ContentType="application/vnd.openxmlformats-officedocument.presentationml.tags+xml" PartName="/ppt/tags/tag2.xml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/ppt/media/image1.jpeg" Type="http://schemas.openxmlformats.org/officeDocument/2006/relationships/image"/><Relationship Id="rId2" Target="/ppt/media/image2.png" Type="http://schemas.openxmlformats.org/officeDocument/2006/relationships/image"/><Relationship Id="rId3" Target="/ppt/media/image3.png" Type="http://schemas.openxmlformats.org/officeDocument/2006/relationships/image"/><Relationship Id="rId4" Target="ppt/media/img_cc_black.png" Type="http://schemas.openxmlformats.org/officeDocument/2006/relationships/image"/><Relationship Id="rId5" Target="ppt/presentation.xml" Type="http://schemas.openxmlformats.org/officeDocument/2006/relationships/officeDocument"/><Relationship Id="rId6" Target="docProps/core.xml" Type="http://schemas.openxmlformats.org/package/2006/relationships/metadata/core-properties"/><Relationship Id="rId7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</p:sldIdLst>
  <p:sldSz cx="9144000" cy="5143500" type="screen16x9"/>
  <p:notesSz cx="9144000" cy="5143500"/>
  <p:embeddedFontLst>
    <p:embeddedFont>
      <p:font typeface="Nunito"/>
      <p:bold r:id="rId7"/>
    </p:embeddedFont>
    <p:embeddedFont>
      <p:font typeface="Source Sans Pro-demi_bold"/>
      <p:regular r:id="rId10"/>
    </p:embeddedFont>
    <p:embeddedFont>
      <p:font typeface="Droid Serif-heavy"/>
      <p:regular r:id="rId14"/>
    </p:embeddedFont>
    <p:embeddedFont>
      <p:font typeface="Merriweather"/>
      <p:regular r:id="rId8"/>
    </p:embeddedFont>
    <p:embeddedFont>
      <p:font typeface="Source Sans Pro"/>
      <p:regular r:id="rId9"/>
      <p:bold r:id="rId11"/>
    </p:embeddedFont>
    <p:embeddedFont>
      <p:font typeface="Droid Serif"/>
      <p:regular r:id="rId12"/>
      <p:bold r:id="rId13"/>
    </p:embeddedFont>
  </p:embeddedFontLst>
  <p:custDataLst>
    <p:tags r:id="rId15"/>
  </p:custDataLst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tableStyles.xml" Type="http://schemas.openxmlformats.org/officeDocument/2006/relationships/tableStyles"/><Relationship Id="rId7" Target="fonts/font1.fntdata" Type="http://schemas.openxmlformats.org/officeDocument/2006/relationships/font"/><Relationship Id="rId8" Target="fonts/font2.fntdata" Type="http://schemas.openxmlformats.org/officeDocument/2006/relationships/font"/><Relationship Id="rId9" Target="fonts/font3.fntdata" Type="http://schemas.openxmlformats.org/officeDocument/2006/relationships/font"/><Relationship Id="rId10" Target="fonts/font4.fntdata" Type="http://schemas.openxmlformats.org/officeDocument/2006/relationships/font"/><Relationship Id="rId11" Target="fonts/font5.fntdata" Type="http://schemas.openxmlformats.org/officeDocument/2006/relationships/font"/><Relationship Id="rId12" Target="fonts/font6.fntdata" Type="http://schemas.openxmlformats.org/officeDocument/2006/relationships/font"/><Relationship Id="rId13" Target="fonts/font7.fntdata" Type="http://schemas.openxmlformats.org/officeDocument/2006/relationships/font"/><Relationship Id="rId14" Target="fonts/font8.fntdata" Type="http://schemas.openxmlformats.org/officeDocument/2006/relationships/font"/><Relationship Id="rId15" Target="tags/tag2.xml" Type="http://schemas.openxmlformats.org/officeDocument/2006/relationships/tags"/><Relationship Id="rId16" Target="presProps.xml" Type="http://schemas.openxmlformats.org/officeDocument/2006/relationships/presProps"/><Relationship Id="rId17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2" Target="../tags/tag1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cust">
  <p:cSld name="Cov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Title 1">
            <a:extLst>
              <a:ext uri="{025E8679-BED4-4A28-9067-934396BA3B63}">
                <a16:creationId xmlns:a16="http://schemas.microsoft.com/office/drawing/2010/main" id="{789BE217-86A6-4891-AFDF-BB3F7BD157F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351643" y="2271771"/>
            <a:ext cx="6436178" cy="776702"/>
          </a:xfrm>
          <a:prstGeom prst="rect">
            <a:avLst/>
          </a:prstGeom>
        </p:spPr>
        <p:txBody>
          <a:bodyPr anchor="b" rtlCol="0"/>
          <a:lstStyle>
            <a:lvl1pPr algn="ctr" lvl="0">
              <a:defRPr dirty="0" lang="en-US" sz="44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true" id="3" name="Subtitle 2">
            <a:extLst>
              <a:ext uri="{A9AFCCCA-015D-4EA3-9E7C-000C7A5A8382}">
                <a16:creationId xmlns:a16="http://schemas.microsoft.com/office/drawing/2010/main" id="{23B3A915-526A-4939-BE43-B888DC8EAB6A}"/>
              </a:ext>
            </a:extLst>
          </p:cNvPr>
          <p:cNvSpPr>
            <a:spLocks noGrp="true"/>
          </p:cNvSpPr>
          <p:nvPr>
            <p:ph idx="13" type="subTitle"/>
          </p:nvPr>
        </p:nvSpPr>
        <p:spPr>
          <a:xfrm rot="0">
            <a:off x="1351643" y="3056695"/>
            <a:ext cx="6436178" cy="494945"/>
          </a:xfrm>
          <a:prstGeom prst="rect">
            <a:avLst/>
          </a:prstGeom>
        </p:spPr>
        <p:txBody>
          <a:bodyPr anchor="t" lIns="91440" rtlCol="0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buNone/>
              <a:defRPr b="0" baseline="0" dirty="0" i="0" lang="en-US" sz="1400">
                <a:solidFill>
                  <a:schemeClr val="accent1"/>
                </a:solidFill>
                <a:latin typeface="+mn-lt"/>
              </a:defRPr>
            </a:lvl1pPr>
            <a:lvl2pPr algn="ctr" indent="0" lvl="1" marL="457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hidden="true" id="4" name="Slide Number Placeholder 5">
            <a:extLst>
              <a:ext uri="{53DBA4CA-2711-4586-A829-5C2BDB229DA9}">
                <a16:creationId xmlns:a16="http://schemas.microsoft.com/office/drawing/2010/main" id="{83349D51-4BBF-4905-A2E0-0A537E905CF3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5" name="Footer Placeholder 4">
            <a:extLst>
              <a:ext uri="{CBF10230-3B80-439D-B52F-54591FD82CA7}">
                <a16:creationId xmlns:a16="http://schemas.microsoft.com/office/drawing/2010/main" id="{387EC113-8CE3-4A7D-BF95-C384AAD86C83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6" name="Date Placeholder 3">
            <a:extLst>
              <a:ext uri="{09184946-0400-42BD-9B45-F1DCE45D4CE2}">
                <a16:creationId xmlns:a16="http://schemas.microsoft.com/office/drawing/2010/main" id="{819DA227-E67E-4259-9357-16D4D3365CB4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7" name="Cover Slide Title">
            <a:extLst>
              <a:ext uri="{FF87D183-FF5A-4892-88E8-F5AED014AB80}">
                <a16:creationId xmlns:a16="http://schemas.microsoft.com/office/drawing/2010/main" id="{8C5ACBC5-802C-4A3D-B72F-6B9ABA08B38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flipH="false" flipV="false" rot="0">
            <a:off x="1238250" y="1259690"/>
            <a:ext cx="6667500" cy="1111250"/>
          </a:xfrm>
          <a:prstGeom prst="rect">
            <a:avLst/>
          </a:prstGeom>
        </p:spPr>
        <p:txBody>
          <a:bodyPr anchor="ctr" bIns="45720" lIns="91440" rIns="91440" rtlCol="0" tIns="45720">
            <a:normAutofit fontScale="100000" lnSpcReduction="0"/>
          </a:bodyPr>
          <a:lstStyle>
            <a:lvl1pPr algn="ctr" lvl="0">
              <a:defRPr b="1" dirty="0" lang="en-US" sz="4800">
                <a:solidFill>
                  <a:schemeClr val="bg1"/>
                </a:solidFill>
                <a:latin typeface="Droid Serif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</p:spTree>
    <p:extLst>
      <p:ext uri="{4A0406CC-943F-4D97-8F8D-40374F2D4926}">
        <p14:creationId xmlns:p14="http://schemas.microsoft.com/office/powerpoint/2010/main" val="1770603207622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Noti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Title 1">
            <a:extLst>
              <a:ext uri="{E4143F5B-6F26-4890-8B95-DAF5F4C2838B}">
                <a16:creationId xmlns:a16="http://schemas.microsoft.com/office/drawing/2010/main" id="{AF800B85-12FD-4225-81A7-C0835C3B4BE7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anchor="ctr" rtlCol="0"/>
          <a:lstStyle>
            <a:lvl1pPr algn="ctr" lvl="0">
              <a:defRPr dirty="0" lang="en-US" sz="36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true" id="3" name="Slide Number Placeholder 3">
            <a:extLst>
              <a:ext uri="{BCA9BFF3-8B9C-486D-9411-8732546080F3}">
                <a16:creationId xmlns:a16="http://schemas.microsoft.com/office/drawing/2010/main" id="{EC5BFA55-523F-4AAC-91FE-19E1337C1561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4" name="Footer Placeholder 2">
            <a:extLst>
              <a:ext uri="{86E543BD-405A-40A3-8ED1-6076085D42FA}">
                <a16:creationId xmlns:a16="http://schemas.microsoft.com/office/drawing/2010/main" id="{CEBACD5A-D80F-42B9-ADAB-F3D05460ADD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5" name="Date Placeholder 1">
            <a:extLst>
              <a:ext uri="{FD798266-7FA4-43CD-BB20-3B5DF61DA688}">
                <a16:creationId xmlns:a16="http://schemas.microsoft.com/office/drawing/2010/main" id="{D23FD1CD-AD7C-4493-A6AF-FDA82F221185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6" name="Title 7">
            <a:extLst>
              <a:ext uri="{6396017F-C991-4F81-9AC0-1CDA9A4793D3}">
                <a16:creationId xmlns:a16="http://schemas.microsoft.com/office/drawing/2010/main" id="{B8019D27-9661-42D3-9AD6-FDDD3F1965FD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flipH="false" flipV="false" rot="0">
            <a:off x="490632" y="2151773"/>
            <a:ext cx="6828730" cy="1111253"/>
          </a:xfrm>
          <a:prstGeom prst="rect">
            <a:avLst/>
          </a:prstGeom>
          <a:noFill/>
        </p:spPr>
        <p:txBody>
          <a:bodyPr anchor="ctr" bIns="45720" lIns="91440" rIns="91440" rtlCol="0" tIns="45720">
            <a:normAutofit fontScale="100000" lnSpcReduction="0"/>
          </a:bodyPr>
          <a:lstStyle>
            <a:lvl1pPr algn="ctr" lvl="0">
              <a:defRPr b="1" dirty="0" lang="en-US" sz="3600">
                <a:solidFill>
                  <a:schemeClr val="bg1"/>
                </a:solidFill>
                <a:latin typeface="Source Sans Pro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false" id="7" name="Text Box 6">
            <a:extLst>
              <a:ext uri="{C886DBE9-146D-4DB3-B10B-C4A4F84539B4}">
                <a16:creationId xmlns:a16="http://schemas.microsoft.com/office/drawing/2010/main" id="{763941E2-9AE3-4DAC-AA04-BD0036647720}"/>
              </a:ext>
            </a:extLst>
          </p:cNvPr>
          <p:cNvSpPr txBox="1"/>
          <p:nvPr userDrawn="1"/>
        </p:nvSpPr>
        <p:spPr>
          <a:xfrm rot="0">
            <a:off x="0" y="8220"/>
            <a:ext cx="9144000" cy="1063499"/>
          </a:xfrm>
          <a:prstGeom prst="rect">
            <a:avLst/>
          </a:prstGeom>
          <a:solidFill>
            <a:srgbClr val="31394d"/>
          </a:solidFill>
          <a:ln cap="flat" w="9525">
            <a:noFill/>
            <a:prstDash val="solid"/>
            <a:round/>
          </a:ln>
          <a:effectLst/>
        </p:spPr>
        <p:txBody>
          <a:bodyPr anchor="ctr" bIns="45700" lIns="91425" numCol="1" rIns="91425" rtlCol="0" spcCol="0" spcFirstLastPara="true" tIns="45700" wrap="square">
            <a:normAutofit fontScale="100000" lnSpcReduction="0"/>
          </a:bodyPr>
          <a:lstStyle>
            <a:lvl1pPr algn="l" lvl="0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cap="none" dirty="0" i="0" lang="en-US" strike="noStrike" sz="2600" u="none">
                <a:solidFill>
                  <a:schemeClr val="accent1"/>
                </a:solidFill>
                <a:latin typeface="Nunito"/>
              </a:defRPr>
            </a:lvl1pPr>
            <a:lvl2pPr algn="l" lvl="1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2pPr>
            <a:lvl3pPr algn="l" lvl="2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3pPr>
            <a:lvl4pPr algn="l" lvl="3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4pPr>
            <a:lvl5pPr algn="l" lvl="4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5pPr>
            <a:lvl6pPr algn="l" lvl="5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6pPr>
            <a:lvl7pPr algn="l" lvl="6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7pPr>
            <a:lvl8pPr algn="l" lvl="7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8pPr>
            <a:lvl9pPr algn="l" lvl="8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9pPr>
          </a:lstStyle>
          <a:p>
            <a:pPr algn="l" indent="457200" lvl="0" marL="0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i="0" lang="en-US" strike="noStrike" sz="2600" u="none">
                <a:solidFill>
                  <a:schemeClr val="lt1"/>
                </a:solidFill>
                <a:latin typeface="Nunito"/>
              </a:rPr>
              <a:t/>
            </a:r>
            <a:endParaRPr b="1" cap="none" dirty="0" i="0" lang="en-US" strike="noStrike" sz="2600" u="none">
              <a:solidFill>
                <a:schemeClr val="lt1"/>
              </a:solidFill>
              <a:latin typeface="Nunito"/>
            </a:endParaRPr>
          </a:p>
        </p:txBody>
      </p:sp>
      <p:sp>
        <p:nvSpPr>
          <p:cNvPr id="8" name="Text Box 8">
            <a:extLst>
              <a:ext uri="{32C3CAFA-A05B-4415-A896-619C1F10BAC1}">
                <a16:creationId xmlns:a16="http://schemas.microsoft.com/office/drawing/2010/main" id="{F1418818-9233-484B-90B3-6545E212A282}"/>
              </a:ext>
            </a:extLst>
          </p:cNvPr>
          <p:cNvSpPr txBox="1"/>
          <p:nvPr userDrawn="1"/>
        </p:nvSpPr>
        <p:spPr>
          <a:xfrm flipH="false" flipV="false" rot="0">
            <a:off x="581253" y="320154"/>
            <a:ext cx="5538625" cy="521865"/>
          </a:xfrm>
          <a:prstGeom prst="rect">
            <a:avLst/>
          </a:prstGeom>
        </p:spPr>
        <p:txBody>
          <a:bodyPr anchor="ctr" bIns="47625" lIns="95250" rIns="95250" rtlCol="0" tIns="47625">
            <a:spAutoFit/>
          </a:bodyPr>
          <a:lstStyle/>
          <a:p>
            <a:pPr>
              <a:defRPr dirty="0" lang="en-US" sz="1500"/>
            </a:pPr>
            <a:r>
              <a:rPr b="1" dirty="0" lang="en-US" sz="2800">
                <a:solidFill>
                  <a:schemeClr val="bg1"/>
                </a:solidFill>
                <a:latin typeface="Droid Serif"/>
              </a:rPr>
              <a:t>Important Notices</a:t>
            </a:r>
            <a:endParaRPr b="1" dirty="0" lang="en-US" sz="2800">
              <a:solidFill>
                <a:schemeClr val="bg1"/>
              </a:solidFill>
              <a:latin typeface="Droid Serif"/>
            </a:endParaRPr>
          </a:p>
        </p:txBody>
      </p:sp>
      <p:sp>
        <p:nvSpPr>
          <p:cNvPr id="9" name="Text Box 9">
            <a:extLst>
              <a:ext uri="{64F6AE35-1298-42E8-81FD-3657E56CB520}">
                <a16:creationId xmlns:a16="http://schemas.microsoft.com/office/drawing/2010/main" id="{D76FFD5C-075B-427E-9199-150ED7B8AB64}"/>
              </a:ext>
            </a:extLst>
          </p:cNvPr>
          <p:cNvSpPr txBox="1"/>
          <p:nvPr userDrawn="1"/>
        </p:nvSpPr>
        <p:spPr>
          <a:xfrm flipH="false" flipV="false" rot="0">
            <a:off x="581253" y="1354674"/>
            <a:ext cx="8003314" cy="2380649"/>
          </a:xfrm>
          <a:prstGeom prst="rect">
            <a:avLst/>
          </a:prstGeom>
        </p:spPr>
        <p:txBody>
          <a:bodyPr anchor="ctr" bIns="47625" lIns="95250" rIns="95250" rtlCol="0" tIns="47625">
            <a:spAutoFit/>
          </a:bodyPr>
          <a:lstStyle/>
          <a:p>
            <a:pPr algn="just">
              <a:lnSpc>
                <a:spcPct val="100000"/>
              </a:lnSpc>
              <a:defRPr dirty="0" lang="en-US" sz="1400"/>
            </a:pPr>
            <a:r>
              <a:rPr b="1" dirty="0" lang="en-US" sz="1400">
                <a:latin typeface="Droid Serif"/>
              </a:rPr>
              <a:t>Confidentiality</a:t>
            </a:r>
            <a:br>
              <a:rPr b="0" dirty="0" lang="en-US" sz="1200">
                <a:latin typeface="Source Sans Pro"/>
              </a:rPr>
            </a:br>
            <a:r>
              <a:rPr b="0" dirty="0" lang="en-US" sz="1200">
                <a:latin typeface="Source Sans Pro"/>
              </a:rPr>
              <a:t>This presentation contains confidential and prorietary information belonging to </a:t>
            </a:r>
            <a:r>
              <a:rPr dirty="0" lang="en-US" sz="1200">
                <a:solidFill>
                  <a:schemeClr val="tx1"/>
                </a:solidFill>
                <a:latin typeface="Source Sans Pro-demi_bold"/>
              </a:rPr>
              <a:t>&lt;Legal-Entity&gt;</a:t>
            </a:r>
            <a:r>
              <a:rPr b="0" dirty="0" lang="en-US" sz="1200">
                <a:latin typeface="Source Sans Pro"/>
              </a:rPr>
              <a:t>. It is intended solely for the designated recipients. Any </a:t>
            </a:r>
            <a:r>
              <a:rPr b="0" dirty="0" err="1" lang="en-US" sz="1200">
                <a:latin typeface="Source Sans Pro"/>
              </a:rPr>
              <a:t>unauthorised</a:t>
            </a:r>
            <a:r>
              <a:rPr b="0" dirty="0" lang="en-US" sz="1200">
                <a:latin typeface="Source Sans Pro"/>
              </a:rPr>
              <a:t> review, use, disclosure, or distribution is prohibited.</a:t>
            </a:r>
            <a:br>
              <a:rPr b="0" dirty="0" lang="en-US" sz="1200">
                <a:latin typeface="Source Sans Pro"/>
              </a:rPr>
            </a:br>
          </a:p>
          <a:p>
            <a:pPr algn="just">
              <a:defRPr dirty="0" lang="en-US" sz="1400"/>
            </a:pPr>
            <a:r>
              <a:rPr b="1" dirty="0" lang="en-US" sz="1400">
                <a:latin typeface="Droid Serif"/>
              </a:rPr>
              <a:t>Disclaimer</a:t>
            </a:r>
            <a:br>
              <a:rPr b="0" dirty="0" lang="en-US" sz="1200">
                <a:latin typeface="Source Sans Pro"/>
              </a:rPr>
            </a:br>
            <a:r>
              <a:rPr b="0" dirty="0" lang="en-US" sz="1200">
                <a:latin typeface="Source Sans Pro"/>
              </a:rPr>
              <a:t>The content of this presentation has been prepared in good faith and for informational purposes only. While every effort has been made to ensure accuracy, </a:t>
            </a:r>
            <a:r>
              <a:rPr dirty="0" err="1" lang="en-US" sz="1200">
                <a:solidFill>
                  <a:schemeClr val="tx1"/>
                </a:solidFill>
                <a:latin typeface="Source Sans Pro-demi_bold"/>
              </a:rPr>
              <a:t>&lt;Legal-Entity&gt;</a:t>
            </a:r>
            <a:r>
              <a:rPr b="0" dirty="0" lang="en-US" sz="1200">
                <a:latin typeface="Source Sans Pro"/>
              </a:rPr>
              <a:t> or any of its directors or employees shall not be held liable for any errors, omissions, or consequences arising from the use of this material.</a:t>
            </a:r>
            <a:br>
              <a:rPr b="0" dirty="0" lang="en-US" sz="1200">
                <a:latin typeface="Source Sans Pro"/>
              </a:rPr>
            </a:br>
          </a:p>
          <a:p>
            <a:pPr algn="just">
              <a:defRPr dirty="0" lang="en-US" sz="1400"/>
            </a:pPr>
            <a:r>
              <a:rPr b="1" dirty="0" lang="en-US" sz="1400">
                <a:latin typeface="Droid Serif"/>
              </a:rPr>
              <a:t>Usage</a:t>
            </a:r>
            <a:r>
              <a:rPr b="1" dirty="0" lang="en-US" sz="1400">
                <a:latin typeface="Droid Serif"/>
              </a:rPr>
              <a:t> Instructions</a:t>
            </a:r>
          </a:p>
          <a:p>
            <a:pPr algn="just" indent="0">
              <a:buNone/>
              <a:defRPr dirty="0" lang="en-US" sz="1400"/>
            </a:pPr>
            <a:r>
              <a:rPr b="0" dirty="0" lang="en-US" sz="1200">
                <a:latin typeface="Source Sans Pro"/>
              </a:rPr>
              <a:t>Please study and understand the accompanying </a:t>
            </a:r>
            <a:r>
              <a:rPr b="1" dirty="0" lang="en-US" sz="1200">
                <a:latin typeface="Source Sans Pro"/>
              </a:rPr>
              <a:t>README</a:t>
            </a:r>
            <a:r>
              <a:rPr b="0" dirty="0" lang="en-US" sz="1200">
                <a:latin typeface="Source Sans Pro"/>
              </a:rPr>
              <a:t> file before reviewing this presentation.</a:t>
            </a:r>
          </a:p>
          <a:p>
            <a:pPr algn="just" indent="0">
              <a:buNone/>
              <a:defRPr dirty="0" lang="en-US" sz="1400"/>
            </a:pPr>
            <a:r>
              <a:rPr b="0" dirty="0" lang="en-US" sz="1200">
                <a:latin typeface="Source Sans Pro"/>
              </a:rPr>
              <a:t>For licensing terms and conditions, refer to the </a:t>
            </a:r>
            <a:r>
              <a:rPr b="1" dirty="0" lang="en-US" sz="1200">
                <a:latin typeface="Source Sans Pro"/>
              </a:rPr>
              <a:t>LICENCE</a:t>
            </a:r>
            <a:r>
              <a:rPr b="0" dirty="0" lang="en-US" sz="1200">
                <a:latin typeface="Source Sans Pro"/>
              </a:rPr>
              <a:t> file provided with this presentation.</a:t>
            </a:r>
            <a:endParaRPr b="0" dirty="0" lang="en-US" sz="1200">
              <a:latin typeface="Source Sans Pro"/>
            </a:endParaRPr>
          </a:p>
        </p:txBody>
      </p:sp>
    </p:spTree>
    <p:custDataLst>
      <p:tags r:id="rId2"/>
    </p:custDataLst>
    <p:extLst>
      <p:ext uri="{4621FD48-311D-4C52-A9D7-B8DD08056FF3}">
        <p14:creationId xmlns:p14="http://schemas.microsoft.com/office/powerpoint/2010/main" val="1770603207626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Title 1">
            <a:extLst>
              <a:ext uri="{B1451995-E99B-4EFD-AB9C-7E1611F9244B}">
                <a16:creationId xmlns:a16="http://schemas.microsoft.com/office/drawing/2010/main" id="{7920B5D5-7B2A-4D1A-A028-7D6258C3D504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anchor="ctr" rtlCol="0"/>
          <a:lstStyle>
            <a:lvl1pPr algn="ctr" lvl="0">
              <a:defRPr dirty="0" lang="en-US" sz="36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true" id="3" name="Slide Number Placeholder 3">
            <a:extLst>
              <a:ext uri="{B25C1CD3-C2EC-4345-9BFB-C11CB3907BFF}">
                <a16:creationId xmlns:a16="http://schemas.microsoft.com/office/drawing/2010/main" id="{DD4B0A64-4642-4FB0-8A3F-6AECA2676C7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4" name="Footer Placeholder 2">
            <a:extLst>
              <a:ext uri="{F0080DC1-7535-4527-95B7-6CC154004BB1}">
                <a16:creationId xmlns:a16="http://schemas.microsoft.com/office/drawing/2010/main" id="{40A7600D-F524-47F2-87D4-DCB4F63E7EBE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5" name="Date Placeholder 1">
            <a:extLst>
              <a:ext uri="{B9EF7DBA-B740-47D3-A257-2C753A67D804}">
                <a16:creationId xmlns:a16="http://schemas.microsoft.com/office/drawing/2010/main" id="{67E213A7-CD89-4680-8283-1BA39A02A0EC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6" name="Google Shape;10;p2">
            <a:extLst>
              <a:ext uri="{41FD20B6-844E-43CB-8C03-4CC4D5484D26}">
                <a16:creationId xmlns:a16="http://schemas.microsoft.com/office/drawing/2010/main" id="{4C791DDA-6489-4045-93DD-CCE72D101063}"/>
              </a:ext>
            </a:extLst>
          </p:cNvPr>
          <p:cNvSpPr/>
          <p:nvPr userDrawn="1"/>
        </p:nvSpPr>
        <p:spPr>
          <a:xfrm rot="0">
            <a:off x="123" y="0"/>
            <a:ext cx="3669154" cy="5143500"/>
          </a:xfrm>
          <a:prstGeom prst="rect">
            <a:avLst/>
          </a:prstGeom>
          <a:solidFill>
            <a:srgbClr val="31394d"/>
          </a:solidFill>
          <a:ln>
            <a:noFill/>
          </a:ln>
        </p:spPr>
        <p:txBody>
          <a:bodyPr anchor="ctr" bIns="91425" lIns="91425" rIns="91425" rtlCol="0" spcFirstLastPara="true" tIns="91425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/>
            </a:r>
            <a:endParaRPr dirty="0" lang="en-US"/>
          </a:p>
        </p:txBody>
      </p:sp>
      <p:sp>
        <p:nvSpPr>
          <p:cNvPr id="7" name="Google Shape;11;p2">
            <a:extLst>
              <a:ext uri="{62875192-7243-437A-8C51-07872A100ECF}">
                <a16:creationId xmlns:a16="http://schemas.microsoft.com/office/drawing/2010/main" id="{9BFB6503-2271-4BE6-AFC8-156363429DB4}"/>
              </a:ext>
            </a:extLst>
          </p:cNvPr>
          <p:cNvSpPr/>
          <p:nvPr userDrawn="1"/>
        </p:nvSpPr>
        <p:spPr>
          <a:xfrm rot="0">
            <a:off x="123" y="44129"/>
            <a:ext cx="3668830" cy="4399378"/>
          </a:xfrm>
          <a:custGeom>
            <a:avLst/>
            <a:gdLst/>
            <a:ahLst/>
            <a:cxnLst/>
            <a:rect b="b" l="0" r="r" t="0"/>
            <a:pathLst>
              <a:path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Rectangle">
            <a:extLst>
              <a:ext uri="{DD75CE81-E4BE-47A1-AB25-644B31676D89}">
                <a16:creationId xmlns:a16="http://schemas.microsoft.com/office/drawing/2010/main" id="{C955FD2E-11C9-4A00-8507-5DC25C53C376}"/>
              </a:ext>
            </a:extLst>
          </p:cNvPr>
          <p:cNvSpPr/>
          <p:nvPr userDrawn="1"/>
        </p:nvSpPr>
        <p:spPr>
          <a:xfrm rot="0">
            <a:off x="0" y="0"/>
            <a:ext cx="3671620" cy="4395597"/>
          </a:xfrm>
          <a:custGeom>
            <a:avLst/>
            <a:gdLst/>
            <a:ahLst/>
            <a:cxnLst/>
            <a:rect b="b" l="0" r="r" t="0"/>
            <a:pathLst>
              <a:path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rgbClr val="31394d"/>
          </a:solidFill>
          <a:ln>
            <a:noFill/>
          </a:ln>
        </p:spPr>
      </p:sp>
      <p:sp>
        <p:nvSpPr>
          <p:cNvPr id="9" name="Text Box 9">
            <a:extLst>
              <a:ext uri="{AA335784-8A91-4321-BAAE-FEE7B7820601}">
                <a16:creationId xmlns:a16="http://schemas.microsoft.com/office/drawing/2010/main" id="{7A8BB5BD-8B80-4649-8A42-4DA948998638}"/>
              </a:ext>
            </a:extLst>
          </p:cNvPr>
          <p:cNvSpPr txBox="1"/>
          <p:nvPr userDrawn="1"/>
        </p:nvSpPr>
        <p:spPr>
          <a:xfrm flipH="false" flipV="false" rot="0">
            <a:off x="4197934" y="2183530"/>
            <a:ext cx="1905000" cy="314648"/>
          </a:xfrm>
          <a:prstGeom prst="rect">
            <a:avLst/>
          </a:prstGeom>
        </p:spPr>
        <p:txBody>
          <a:bodyPr anchor="ctr" bIns="47625" lIns="95250" rIns="95250" rtlCol="0" tIns="47625">
            <a:spAutoFit/>
          </a:bodyPr>
          <a:lstStyle/>
          <a:p>
            <a:pPr indent="0" lvl="0" marL="0">
              <a:lnSpc>
                <a:spcPct val="120000"/>
              </a:lnSpc>
              <a:buNone/>
              <a:defRPr dirty="0" lang="en-US" sz="1400"/>
            </a:pPr>
            <a:r>
              <a:rPr b="1" dirty="0" lang="en-US" sz="1200">
                <a:solidFill>
                  <a:srgbClr val="31394d"/>
                </a:solidFill>
                <a:latin typeface="Nunito"/>
              </a:rPr>
              <a:t/>
            </a:r>
            <a:endParaRPr b="1" dirty="0" lang="en-US" sz="1200">
              <a:solidFill>
                <a:srgbClr val="31394d"/>
              </a:solidFill>
              <a:latin typeface="Nunito"/>
            </a:endParaRPr>
          </a:p>
        </p:txBody>
      </p:sp>
      <p:sp>
        <p:nvSpPr>
          <p:cNvPr id="10" name="Agenda Slide ToC">
            <a:extLst>
              <a:ext uri="{1E2ACA8D-B39D-4A79-B191-D716B4A1B35A}">
                <a16:creationId xmlns:a16="http://schemas.microsoft.com/office/drawing/2010/main" id="{5D0107C6-21FB-496A-8795-973263EC5AF3}"/>
              </a:ext>
            </a:extLst>
          </p:cNvPr>
          <p:cNvSpPr>
            <a:spLocks noGrp="true"/>
          </p:cNvSpPr>
          <p:nvPr>
            <p:ph idx="13"/>
          </p:nvPr>
        </p:nvSpPr>
        <p:spPr>
          <a:xfrm flipH="false" flipV="false" rot="0">
            <a:off x="4197934" y="0"/>
            <a:ext cx="4665964" cy="5143500"/>
          </a:xfrm>
          <a:prstGeom prst="rect">
            <a:avLst/>
          </a:prstGeom>
        </p:spPr>
        <p:txBody>
          <a:bodyPr anchor="ctr" bIns="45720" lIns="91440" rIns="91440" rtlCol="0" tIns="93600">
            <a:normAutofit fontScale="100000" lnSpcReduction="0"/>
          </a:bodyPr>
          <a:lstStyle>
            <a:lvl1pPr lvl="0">
              <a:buChar char=""/>
              <a:buFont typeface="Wingdings"/>
              <a:defRPr b="1" dirty="0" lang="en-US" sz="1200">
                <a:latin typeface="+mn-lt"/>
              </a:defRPr>
            </a:lvl1pPr>
            <a:lvl2pPr lvl="1">
              <a:buChar char=""/>
              <a:buFont typeface="Wingdings"/>
              <a:defRPr b="1" dirty="0" lang="en-US" sz="1200">
                <a:latin typeface="+mn-lt"/>
              </a:defRPr>
            </a:lvl2pPr>
            <a:lvl3pPr lvl="2">
              <a:buChar char=""/>
              <a:buFont typeface="Wingdings"/>
              <a:defRPr b="1" dirty="0" lang="en-US" sz="1200">
                <a:latin typeface="+mn-lt"/>
              </a:defRPr>
            </a:lvl3pPr>
            <a:lvl4pPr algn="l" lvl="3">
              <a:buChar char=""/>
              <a:buFont typeface="Wingdings"/>
              <a:defRPr b="1" dirty="0" lang="en-US" sz="1200">
                <a:latin typeface="+mn-lt"/>
              </a:defRPr>
            </a:lvl4pPr>
            <a:lvl5pPr lvl="4">
              <a:buChar char=""/>
              <a:buFont typeface="Wingdings"/>
              <a:defRPr b="1" dirty="0" lang="en-US" sz="1200">
                <a:latin typeface="+mn-lt"/>
              </a:defRPr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11" name="Agenda Text Circle">
            <a:extLst>
              <a:ext uri="{C7866A95-0368-4381-98E8-8ABDCE702A02}">
                <a16:creationId xmlns:a16="http://schemas.microsoft.com/office/drawing/2010/main" id="{0512156E-B670-44EB-9FD5-FC1C5C4EFE09}"/>
              </a:ext>
            </a:extLst>
          </p:cNvPr>
          <p:cNvSpPr/>
          <p:nvPr userDrawn="1"/>
        </p:nvSpPr>
        <p:spPr>
          <a:xfrm flipH="false" flipV="false" rot="0">
            <a:off x="1200788" y="521436"/>
            <a:ext cx="1180947" cy="1180947"/>
          </a:xfrm>
          <a:prstGeom prst="ellipse">
            <a:avLst/>
          </a:prstGeom>
          <a:solidFill>
            <a:srgbClr val="32394d"/>
          </a:solidFill>
          <a:ln cap="flat" w="28575">
            <a:solidFill>
              <a:schemeClr val="bg1"/>
            </a:solidFill>
            <a:prstDash val="solid"/>
            <a:round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2" name="Rectangle 11">
            <a:extLst>
              <a:ext uri="{AB90D5AA-EEC3-4E71-A7C5-A9774A3F9365}">
                <a16:creationId xmlns:a16="http://schemas.microsoft.com/office/drawing/2010/main" id="{429F5DFD-CAEF-41E1-918F-A8F74055EFDE}"/>
              </a:ext>
            </a:extLst>
          </p:cNvPr>
          <p:cNvSpPr/>
          <p:nvPr userDrawn="1"/>
        </p:nvSpPr>
        <p:spPr>
          <a:xfrm flipH="false" flipV="false" rot="0">
            <a:off x="540315" y="957738"/>
            <a:ext cx="2463936" cy="386134"/>
          </a:xfrm>
          <a:prstGeom prst="roundRect">
            <a:avLst/>
          </a:prstGeom>
          <a:solidFill>
            <a:schemeClr val="bg1"/>
          </a:solidFill>
          <a:ln cap="flat" w="9525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3" name="Text Box 13">
            <a:extLst>
              <a:ext uri="{89ED6852-4E79-406F-824E-829475A0A86D}">
                <a16:creationId xmlns:a16="http://schemas.microsoft.com/office/drawing/2010/main" id="{A90C2AFF-AFEE-4FD9-A5B4-A86722852C31}"/>
              </a:ext>
            </a:extLst>
          </p:cNvPr>
          <p:cNvSpPr txBox="1"/>
          <p:nvPr userDrawn="1"/>
        </p:nvSpPr>
        <p:spPr>
          <a:xfrm flipH="false" flipV="false" rot="0">
            <a:off x="843934" y="957634"/>
            <a:ext cx="1905000" cy="369503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algn="ctr">
              <a:defRPr dirty="0" lang="en-US" sz="1400"/>
            </a:pPr>
            <a:r>
              <a:rPr b="1" dirty="0" lang="en-US" sz="1800">
                <a:latin typeface="Droid Serif"/>
              </a:rPr>
              <a:t>Agenda</a:t>
            </a:r>
            <a:endParaRPr b="1" dirty="0" lang="en-US" sz="1800">
              <a:latin typeface="Droid Serif"/>
            </a:endParaRPr>
          </a:p>
        </p:txBody>
      </p:sp>
    </p:spTree>
    <p:extLst>
      <p:ext uri="{41C3D0B4-2431-47D4-8EE5-6C9193424C6A}">
        <p14:creationId xmlns:p14="http://schemas.microsoft.com/office/powerpoint/2010/main" val="1770603207629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Them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Title 1">
            <a:extLst>
              <a:ext uri="{84678B39-60EB-445E-8C45-1476F33FC86D}">
                <a16:creationId xmlns:a16="http://schemas.microsoft.com/office/drawing/2010/main" id="{E1309181-8324-4442-8034-05040A4FBD64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anchor="ctr" rtlCol="0"/>
          <a:lstStyle>
            <a:lvl1pPr algn="ctr" lvl="0">
              <a:defRPr dirty="0" lang="en-US" sz="36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true" id="3" name="Slide Number Placeholder 3">
            <a:extLst>
              <a:ext uri="{2FDCA867-47F9-4828-953B-67E339C4ED6F}">
                <a16:creationId xmlns:a16="http://schemas.microsoft.com/office/drawing/2010/main" id="{28722861-054E-4FAD-9F19-D02A0E5C1E30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4" name="Footer Placeholder 2">
            <a:extLst>
              <a:ext uri="{6B60CD43-26A7-452F-B623-218B0B87AC25}">
                <a16:creationId xmlns:a16="http://schemas.microsoft.com/office/drawing/2010/main" id="{D63BB578-FED2-44E1-ADE3-547D6F92B181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5" name="Date Placeholder 1">
            <a:extLst>
              <a:ext uri="{04193E01-1891-4372-9BF8-875D1F2F9B2B}">
                <a16:creationId xmlns:a16="http://schemas.microsoft.com/office/drawing/2010/main" id="{2DC3D4B7-C5D7-44AD-931D-B644DFC9EA0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6" name="Theme Slide Title">
            <a:extLst>
              <a:ext uri="{30803FB4-F5E4-4AE5-B98F-84DCEFD504DD}">
                <a16:creationId xmlns:a16="http://schemas.microsoft.com/office/drawing/2010/main" id="{AE4400A1-18C8-41AF-84D8-7B2DCE3450A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flipH="false" flipV="false" rot="0">
            <a:off x="334527" y="433682"/>
            <a:ext cx="6667500" cy="1111250"/>
          </a:xfrm>
          <a:prstGeom prst="rect">
            <a:avLst/>
          </a:prstGeom>
        </p:spPr>
        <p:txBody>
          <a:bodyPr anchor="ctr" bIns="45720" lIns="91440" rIns="91440" rtlCol="0" tIns="45720">
            <a:normAutofit fontScale="100000" lnSpcReduction="0"/>
          </a:bodyPr>
          <a:lstStyle>
            <a:lvl1pPr algn="l" lvl="0">
              <a:defRPr b="1" dirty="0" lang="en-US" sz="2800">
                <a:latin typeface="Droid Serif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7" name="Rectangle 6">
            <a:extLst>
              <a:ext uri="{6B551CF3-5BC0-4A96-BE8F-1039E9C8F6B1}">
                <a16:creationId xmlns:a16="http://schemas.microsoft.com/office/drawing/2010/main" id="{4B8C421E-765B-45BA-8F6E-2A59F5539FCD}"/>
              </a:ext>
            </a:extLst>
          </p:cNvPr>
          <p:cNvSpPr/>
          <p:nvPr userDrawn="1"/>
        </p:nvSpPr>
        <p:spPr>
          <a:xfrm flipH="false" flipV="false" rot="0">
            <a:off x="0" y="2225925"/>
            <a:ext cx="9144000" cy="2917574"/>
          </a:xfrm>
          <a:prstGeom prst="rect">
            <a:avLst/>
          </a:prstGeom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8" name="Title 7">
            <a:extLst>
              <a:ext uri="{47762989-87B1-4A26-9364-44674A0F0C08}">
                <a16:creationId xmlns:a16="http://schemas.microsoft.com/office/drawing/2010/main" id="{086A640A-1DF3-476A-A8D6-6736A3EF0A96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flipH="false" flipV="false" rot="0">
            <a:off x="1238250" y="640556"/>
            <a:ext cx="6667500" cy="1111250"/>
          </a:xfrm>
          <a:prstGeom prst="rect">
            <a:avLst/>
          </a:prstGeom>
        </p:spPr>
        <p:txBody>
          <a:bodyPr anchor="ctr" bIns="45720" lIns="91440" rIns="91440" rtlCol="0" tIns="45720">
            <a:normAutofit fontScale="100000" lnSpcReduction="0"/>
          </a:bodyPr>
          <a:lstStyle>
            <a:lvl1pPr algn="ctr"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</p:spTree>
    <p:extLst>
      <p:ext uri="{88EC4A7D-EE60-49B0-B0C7-0E890B5A9D70}">
        <p14:creationId xmlns:p14="http://schemas.microsoft.com/office/powerpoint/2010/main" val="1770603207631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Content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Title 1">
            <a:extLst>
              <a:ext uri="{10A21E2A-62B3-4651-942E-F5E5051F503F}">
                <a16:creationId xmlns:a16="http://schemas.microsoft.com/office/drawing/2010/main" id="{D3026FE3-EF03-4F1B-A465-BCB6043AB3F7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anchor="ctr" rtlCol="0"/>
          <a:lstStyle>
            <a:lvl1pPr algn="ctr" lvl="0">
              <a:defRPr dirty="0" lang="en-US" sz="36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true" id="3" name="Slide Number Placeholder 3">
            <a:extLst>
              <a:ext uri="{04EBBC1F-B6B2-4313-8A8E-8D8EEA1273A2}">
                <a16:creationId xmlns:a16="http://schemas.microsoft.com/office/drawing/2010/main" id="{FDE147DC-AC95-423E-BD4F-D8DE7041FD17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4" name="Footer Placeholder 2">
            <a:extLst>
              <a:ext uri="{9AE5B473-F65C-4537-BB8B-2B22D07C581B}">
                <a16:creationId xmlns:a16="http://schemas.microsoft.com/office/drawing/2010/main" id="{64D6EFCC-79D6-4EF0-922D-F867BDDDF94C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5" name="Date Placeholder 1">
            <a:extLst>
              <a:ext uri="{05B8088D-D53C-4812-82D6-DA5CBD59475A}">
                <a16:creationId xmlns:a16="http://schemas.microsoft.com/office/drawing/2010/main" id="{D8B148B5-69E8-4B51-A155-F616964454D1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6" name="Text Box 6">
            <a:extLst>
              <a:ext uri="{9E5628C4-CD92-4BC9-93DE-0F697D60765B}">
                <a16:creationId xmlns:a16="http://schemas.microsoft.com/office/drawing/2010/main" id="{BEB2565A-4E3C-43E0-9F40-92C9DC4F3171}"/>
              </a:ext>
            </a:extLst>
          </p:cNvPr>
          <p:cNvSpPr txBox="1"/>
          <p:nvPr userDrawn="1"/>
        </p:nvSpPr>
        <p:spPr>
          <a:xfrm rot="0">
            <a:off x="0" y="0"/>
            <a:ext cx="9144000" cy="1063499"/>
          </a:xfrm>
          <a:prstGeom prst="rect">
            <a:avLst/>
          </a:prstGeom>
          <a:solidFill>
            <a:srgbClr val="31394d"/>
          </a:solidFill>
          <a:ln cap="flat" w="9525">
            <a:noFill/>
            <a:prstDash val="solid"/>
            <a:round/>
          </a:ln>
          <a:effectLst/>
        </p:spPr>
        <p:txBody>
          <a:bodyPr anchor="ctr" bIns="45700" lIns="91425" numCol="1" rIns="91425" rtlCol="0" spcCol="0" spcFirstLastPara="true" tIns="45700" wrap="square">
            <a:normAutofit fontScale="100000" lnSpcReduction="0"/>
          </a:bodyPr>
          <a:lstStyle>
            <a:lvl1pPr algn="l" lvl="0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cap="none" dirty="0" i="0" lang="en-US" strike="noStrike" sz="2600" u="none">
                <a:solidFill>
                  <a:schemeClr val="accent1"/>
                </a:solidFill>
                <a:latin typeface="Nunito"/>
              </a:defRPr>
            </a:lvl1pPr>
            <a:lvl2pPr algn="l" lvl="1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2pPr>
            <a:lvl3pPr algn="l" lvl="2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3pPr>
            <a:lvl4pPr algn="l" lvl="3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4pPr>
            <a:lvl5pPr algn="l" lvl="4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5pPr>
            <a:lvl6pPr algn="l" lvl="5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6pPr>
            <a:lvl7pPr algn="l" lvl="6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7pPr>
            <a:lvl8pPr algn="l" lvl="7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8pPr>
            <a:lvl9pPr algn="l" lvl="8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9pPr>
          </a:lstStyle>
          <a:p>
            <a:pPr algn="l" indent="457200" lvl="0" marL="0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i="0" lang="en-US" strike="noStrike" sz="2600" u="none">
                <a:solidFill>
                  <a:schemeClr val="lt1"/>
                </a:solidFill>
                <a:latin typeface="Nunito"/>
              </a:rPr>
              <a:t/>
            </a:r>
            <a:endParaRPr b="1" cap="none" dirty="0" i="0" lang="en-US" strike="noStrike" sz="2600" u="none">
              <a:solidFill>
                <a:schemeClr val="lt1"/>
              </a:solidFill>
              <a:latin typeface="Nunito"/>
            </a:endParaRPr>
          </a:p>
        </p:txBody>
      </p:sp>
      <p:sp>
        <p:nvSpPr>
          <p:cNvPr id="7" name="Content List H2 Title">
            <a:extLst>
              <a:ext uri="{1BF9D763-A281-457A-A2A5-93431D33214C}">
                <a16:creationId xmlns:a16="http://schemas.microsoft.com/office/drawing/2010/main" id="{5E20F3F5-697E-4654-BF07-799601002E85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flipH="false" flipV="false" rot="0">
            <a:off x="457200" y="0"/>
            <a:ext cx="8242382" cy="1111253"/>
          </a:xfrm>
          <a:prstGeom prst="rect">
            <a:avLst/>
          </a:prstGeom>
        </p:spPr>
        <p:txBody>
          <a:bodyPr anchor="ctr" bIns="45720" lIns="91440" rIns="91440" rtlCol="0" tIns="45720">
            <a:normAutofit fontScale="100000" lnSpcReduction="0"/>
          </a:bodyPr>
          <a:lstStyle>
            <a:lvl1pPr lvl="0">
              <a:defRPr dirty="0" lang="en-US" sz="2400">
                <a:solidFill>
                  <a:schemeClr val="bg1"/>
                </a:solidFill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8" name="Content List H3 Title">
            <a:extLst>
              <a:ext uri="{33C80AB3-5920-4819-9040-F4842A499F94}">
                <a16:creationId xmlns:a16="http://schemas.microsoft.com/office/drawing/2010/main" id="{7058CDC0-4E5B-4727-B178-19E89DAC77FE}"/>
              </a:ext>
            </a:extLst>
          </p:cNvPr>
          <p:cNvSpPr>
            <a:spLocks noGrp="true"/>
          </p:cNvSpPr>
          <p:nvPr>
            <p:ph idx="13"/>
          </p:nvPr>
        </p:nvSpPr>
        <p:spPr>
          <a:xfrm flipH="false" flipV="false" rot="0">
            <a:off x="448979" y="1228363"/>
            <a:ext cx="8250602" cy="304800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>
            <a:lvl1pPr algn="l" indent="0" lvl="0" marL="0">
              <a:buNone/>
              <a:defRPr b="1" dirty="0" lang="en-US" sz="1800">
                <a:latin typeface="Droid Serif"/>
              </a:defRPr>
            </a:lvl1pPr>
            <a:lvl2pPr algn="l" indent="0" lvl="1" marL="457200">
              <a:buNone/>
              <a:defRPr b="1" dirty="0" lang="en-US" sz="1800">
                <a:latin typeface="Droid Serif"/>
              </a:defRPr>
            </a:lvl2pPr>
            <a:lvl3pPr algn="l" indent="0" lvl="2" marL="914400">
              <a:buNone/>
              <a:defRPr b="1" dirty="0" lang="en-US" sz="1800">
                <a:latin typeface="Droid Serif"/>
              </a:defRPr>
            </a:lvl3pPr>
            <a:lvl4pPr algn="l" indent="0" lvl="3" marL="1371600">
              <a:buNone/>
              <a:defRPr b="1" dirty="0" lang="en-US" sz="1800">
                <a:latin typeface="Droid Serif"/>
              </a:defRPr>
            </a:lvl4pPr>
            <a:lvl5pPr algn="l" indent="0" lvl="4" marL="1828800">
              <a:buNone/>
              <a:defRPr b="1" dirty="0" lang="en-US" sz="1800">
                <a:latin typeface="Droid Serif"/>
              </a:defRPr>
            </a:lvl5pPr>
            <a:lvl6pPr indent="0" lvl="5" marL="2286000">
              <a:buNone/>
              <a:defRPr dirty="0" lang="en-US" sz="900"/>
            </a:lvl6pPr>
            <a:lvl7pPr indent="0" lvl="6" marL="2743200">
              <a:buNone/>
              <a:defRPr dirty="0" lang="en-US" sz="900"/>
            </a:lvl7pPr>
            <a:lvl8pPr indent="0" lvl="7" marL="3200400">
              <a:buNone/>
              <a:defRPr dirty="0" lang="en-US" sz="900"/>
            </a:lvl8pPr>
            <a:lvl9pPr indent="0" lvl="8" marL="3657600">
              <a:buNone/>
              <a:defRPr dirty="0" lang="en-US" sz="900"/>
            </a:lvl9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true" id="9" name="Content 9">
            <a:extLst>
              <a:ext uri="{644B8386-872D-4EE9-8366-FBCB073BB50E}">
                <a16:creationId xmlns:a16="http://schemas.microsoft.com/office/drawing/2010/main" id="{3649A487-40C0-409E-866C-955981E9E855}"/>
              </a:ext>
            </a:extLst>
          </p:cNvPr>
          <p:cNvSpPr>
            <a:spLocks noGrp="true"/>
          </p:cNvSpPr>
          <p:nvPr>
            <p:ph idx="14"/>
          </p:nvPr>
        </p:nvSpPr>
        <p:spPr>
          <a:xfrm flipH="false" flipV="false" rot="0">
            <a:off x="3095625" y="1095375"/>
            <a:ext cx="3333750" cy="3333750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true" id="10" name="Content 10">
            <a:extLst>
              <a:ext uri="{285C4D07-9775-4394-BD67-5D88B9FCF6F0}">
                <a16:creationId xmlns:a16="http://schemas.microsoft.com/office/drawing/2010/main" id="{B966B9BC-3CE1-472D-B007-2889F1076867}"/>
              </a:ext>
            </a:extLst>
          </p:cNvPr>
          <p:cNvSpPr>
            <a:spLocks noGrp="true"/>
          </p:cNvSpPr>
          <p:nvPr>
            <p:ph idx="15"/>
          </p:nvPr>
        </p:nvSpPr>
        <p:spPr>
          <a:xfrm flipH="false" flipV="false" rot="0">
            <a:off x="457200" y="1790700"/>
            <a:ext cx="8242382" cy="3097091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11" name="Content List Listbox">
            <a:extLst>
              <a:ext uri="{4028DB7E-FDE1-4612-BC78-1581C7FAA6D2}">
                <a16:creationId xmlns:a16="http://schemas.microsoft.com/office/drawing/2010/main" id="{D0D8A9EF-4DA7-4CF1-BD99-FEA7908BA523}"/>
              </a:ext>
            </a:extLst>
          </p:cNvPr>
          <p:cNvSpPr>
            <a:spLocks noGrp="true"/>
          </p:cNvSpPr>
          <p:nvPr>
            <p:ph idx="16"/>
          </p:nvPr>
        </p:nvSpPr>
        <p:spPr>
          <a:xfrm flipH="false" flipV="false" rot="0">
            <a:off x="457200" y="1647825"/>
            <a:ext cx="8242382" cy="3239966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>
            <a:lvl1pPr lvl="0">
              <a:defRPr dirty="0" lang="en-US" sz="1200"/>
            </a:lvl1pPr>
            <a:lvl2pPr lvl="1">
              <a:defRPr dirty="0" lang="en-US" sz="1200"/>
            </a:lvl2pPr>
            <a:lvl3pPr lvl="2">
              <a:defRPr dirty="0" lang="en-US" sz="1200"/>
            </a:lvl3pPr>
            <a:lvl4pPr lvl="3">
              <a:defRPr dirty="0" lang="en-US" sz="1200"/>
            </a:lvl4pPr>
            <a:lvl5pPr lvl="4">
              <a:defRPr dirty="0" lang="en-US" sz="1200"/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</p:spTree>
    <p:extLst>
      <p:ext uri="{FBA2C37A-9950-4462-A2EE-4675241670BD}">
        <p14:creationId xmlns:p14="http://schemas.microsoft.com/office/powerpoint/2010/main" val="1770603207633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Content-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Title 1">
            <a:extLst>
              <a:ext uri="{A2D4756D-309A-4614-9A29-3A482B70F313}">
                <a16:creationId xmlns:a16="http://schemas.microsoft.com/office/drawing/2010/main" id="{001F8CE5-3338-4A5C-AD46-83638FA5F3B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anchor="ctr" rtlCol="0"/>
          <a:lstStyle>
            <a:lvl1pPr algn="ctr" lvl="0">
              <a:defRPr dirty="0" lang="en-US" sz="36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true" id="3" name="Slide Number Placeholder 3">
            <a:extLst>
              <a:ext uri="{02EDEF90-0FD9-4364-AB29-48DE9DE4498A}">
                <a16:creationId xmlns:a16="http://schemas.microsoft.com/office/drawing/2010/main" id="{4317C642-8419-4BE2-9E03-3E72CC57831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4" name="Footer Placeholder 2">
            <a:extLst>
              <a:ext uri="{0B9DB224-A816-4FB6-B72D-EEF8A94C8FFF}">
                <a16:creationId xmlns:a16="http://schemas.microsoft.com/office/drawing/2010/main" id="{1322102F-DF49-487A-8AED-C01ECFFA026C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5" name="Date Placeholder 1">
            <a:extLst>
              <a:ext uri="{E1516689-94E1-4548-BDD5-6A8F66F26869}">
                <a16:creationId xmlns:a16="http://schemas.microsoft.com/office/drawing/2010/main" id="{1EEA1A7C-28BB-4680-8BF0-86894913F4D0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false" id="6" name="Text Box 6">
            <a:extLst>
              <a:ext uri="{E7C7BB53-24C9-43C9-AD23-E544F9D23807}">
                <a16:creationId xmlns:a16="http://schemas.microsoft.com/office/drawing/2010/main" id="{943968F4-3E57-4A04-B257-B20B608BADB5}"/>
              </a:ext>
            </a:extLst>
          </p:cNvPr>
          <p:cNvSpPr txBox="1"/>
          <p:nvPr userDrawn="1"/>
        </p:nvSpPr>
        <p:spPr>
          <a:xfrm rot="0">
            <a:off x="0" y="0"/>
            <a:ext cx="9144000" cy="1063499"/>
          </a:xfrm>
          <a:prstGeom prst="rect">
            <a:avLst/>
          </a:prstGeom>
          <a:solidFill>
            <a:srgbClr val="31394d"/>
          </a:solidFill>
          <a:ln cap="flat" w="9525">
            <a:noFill/>
            <a:prstDash val="solid"/>
            <a:round/>
          </a:ln>
          <a:effectLst/>
        </p:spPr>
        <p:txBody>
          <a:bodyPr anchor="ctr" bIns="45700" lIns="91425" numCol="1" rIns="91425" rtlCol="0" spcCol="0" spcFirstLastPara="true" tIns="45700" wrap="square">
            <a:normAutofit fontScale="100000" lnSpcReduction="0"/>
          </a:bodyPr>
          <a:lstStyle>
            <a:lvl1pPr algn="l" lvl="0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cap="none" dirty="0" i="0" lang="en-US" strike="noStrike" sz="2600" u="none">
                <a:solidFill>
                  <a:schemeClr val="accent1"/>
                </a:solidFill>
                <a:latin typeface="Nunito"/>
              </a:defRPr>
            </a:lvl1pPr>
            <a:lvl2pPr algn="l" lvl="1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2pPr>
            <a:lvl3pPr algn="l" lvl="2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3pPr>
            <a:lvl4pPr algn="l" lvl="3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4pPr>
            <a:lvl5pPr algn="l" lvl="4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5pPr>
            <a:lvl6pPr algn="l" lvl="5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6pPr>
            <a:lvl7pPr algn="l" lvl="6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7pPr>
            <a:lvl8pPr algn="l" lvl="7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8pPr>
            <a:lvl9pPr algn="l" lvl="8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accent1"/>
                </a:solidFill>
                <a:latin typeface="Merriweather"/>
              </a:defRPr>
            </a:lvl9pPr>
          </a:lstStyle>
          <a:p>
            <a:pPr algn="l" indent="457200" lvl="0" marL="0" marR="0" rtl="fal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i="0" lang="en-US" strike="noStrike" sz="2600" u="none">
                <a:solidFill>
                  <a:schemeClr val="lt1"/>
                </a:solidFill>
                <a:latin typeface="Nunito"/>
              </a:rPr>
              <a:t/>
            </a:r>
            <a:endParaRPr b="1" cap="none" dirty="0" i="0" lang="en-US" strike="noStrike" sz="2600" u="none">
              <a:solidFill>
                <a:schemeClr val="lt1"/>
              </a:solidFill>
              <a:latin typeface="Nunito"/>
            </a:endParaRPr>
          </a:p>
        </p:txBody>
      </p:sp>
      <p:sp>
        <p:nvSpPr>
          <p:cNvPr id="7" name="Content Empty H2 Title">
            <a:extLst>
              <a:ext uri="{124D6AAE-09A1-4783-949C-FDE5B4F0E1A0}">
                <a16:creationId xmlns:a16="http://schemas.microsoft.com/office/drawing/2010/main" id="{1206FE4E-50D7-4B31-B75E-9DF7FD65F8F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flipH="false" flipV="false" rot="0">
            <a:off x="457200" y="0"/>
            <a:ext cx="6667500" cy="1111250"/>
          </a:xfrm>
          <a:prstGeom prst="rect">
            <a:avLst/>
          </a:prstGeom>
        </p:spPr>
        <p:txBody>
          <a:bodyPr anchor="ctr" bIns="45720" lIns="91440" rIns="91440" rtlCol="0" tIns="45720">
            <a:normAutofit fontScale="100000" lnSpcReduction="0"/>
          </a:bodyPr>
          <a:lstStyle>
            <a:lvl1pPr lvl="0">
              <a:defRPr dirty="0" lang="en-US" sz="2400">
                <a:solidFill>
                  <a:schemeClr val="bg1"/>
                </a:solidFill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true" id="8" name="Content Table H3 Title">
            <a:extLst>
              <a:ext uri="{3F254EF3-CA5F-49F6-A597-F48567290DAA}">
                <a16:creationId xmlns:a16="http://schemas.microsoft.com/office/drawing/2010/main" id="{4D643B2C-8881-4EFF-9C00-61EE9672F197}"/>
              </a:ext>
            </a:extLst>
          </p:cNvPr>
          <p:cNvSpPr>
            <a:spLocks noGrp="true"/>
          </p:cNvSpPr>
          <p:nvPr>
            <p:ph idx="13"/>
          </p:nvPr>
        </p:nvSpPr>
        <p:spPr>
          <a:xfrm flipH="false" flipV="false" rot="0">
            <a:off x="448979" y="1228363"/>
            <a:ext cx="2877578" cy="304800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>
            <a:lvl1pPr algn="l" indent="0" lvl="0" marL="0">
              <a:buNone/>
              <a:defRPr b="1" dirty="0" lang="en-US" sz="1800">
                <a:latin typeface="+mn-lt"/>
              </a:defRPr>
            </a:lvl1pPr>
            <a:lvl2pPr algn="l" indent="0" lvl="1" marL="457200">
              <a:buNone/>
              <a:defRPr b="1" dirty="0" lang="en-US" sz="1800">
                <a:latin typeface="+mn-lt"/>
              </a:defRPr>
            </a:lvl2pPr>
            <a:lvl3pPr algn="l" indent="0" lvl="2" marL="914400">
              <a:buNone/>
              <a:defRPr b="1" dirty="0" lang="en-US" sz="1800">
                <a:latin typeface="+mn-lt"/>
              </a:defRPr>
            </a:lvl3pPr>
            <a:lvl4pPr algn="l" indent="0" lvl="3" marL="1371600">
              <a:buNone/>
              <a:defRPr b="1" dirty="0" lang="en-US" sz="1800">
                <a:latin typeface="+mn-lt"/>
              </a:defRPr>
            </a:lvl4pPr>
            <a:lvl5pPr algn="l" indent="0" lvl="4" marL="1828800">
              <a:buNone/>
              <a:defRPr b="1" dirty="0" lang="en-US" sz="1800">
                <a:latin typeface="+mn-lt"/>
              </a:defRPr>
            </a:lvl5pPr>
            <a:lvl6pPr indent="0" lvl="5" marL="2286000">
              <a:buNone/>
              <a:defRPr dirty="0" lang="en-US" sz="900"/>
            </a:lvl6pPr>
            <a:lvl7pPr indent="0" lvl="6" marL="2743200">
              <a:buNone/>
              <a:defRPr dirty="0" lang="en-US" sz="900"/>
            </a:lvl7pPr>
            <a:lvl8pPr indent="0" lvl="7" marL="3200400">
              <a:buNone/>
              <a:defRPr dirty="0" lang="en-US" sz="900"/>
            </a:lvl8pPr>
            <a:lvl9pPr indent="0" lvl="8" marL="3657600">
              <a:buNone/>
              <a:defRPr dirty="0" lang="en-US" sz="900"/>
            </a:lvl9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true" id="9" name="Content 9">
            <a:extLst>
              <a:ext uri="{D732F67F-2EFC-4C3F-B8E1-FA93B9A18616}">
                <a16:creationId xmlns:a16="http://schemas.microsoft.com/office/drawing/2010/main" id="{237B22FF-26F0-473B-BC04-45598E4DFC99}"/>
              </a:ext>
            </a:extLst>
          </p:cNvPr>
          <p:cNvSpPr>
            <a:spLocks noGrp="true"/>
          </p:cNvSpPr>
          <p:nvPr>
            <p:ph idx="14"/>
          </p:nvPr>
        </p:nvSpPr>
        <p:spPr>
          <a:xfrm flipH="false" flipV="false" rot="0">
            <a:off x="3095625" y="1095375"/>
            <a:ext cx="3333750" cy="3333750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true" id="10" name="Content 10">
            <a:extLst>
              <a:ext uri="{033F0A9B-F25C-4737-AEC6-CFAAD25E4CE5}">
                <a16:creationId xmlns:a16="http://schemas.microsoft.com/office/drawing/2010/main" id="{CEE2E3D8-521A-4B22-99D5-91E086A9AABB}"/>
              </a:ext>
            </a:extLst>
          </p:cNvPr>
          <p:cNvSpPr>
            <a:spLocks noGrp="true"/>
          </p:cNvSpPr>
          <p:nvPr>
            <p:ph idx="15"/>
          </p:nvPr>
        </p:nvSpPr>
        <p:spPr>
          <a:xfrm flipH="false" flipV="false" rot="0">
            <a:off x="457200" y="1790700"/>
            <a:ext cx="8242382" cy="3097091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true" id="11" name="List 11">
            <a:extLst>
              <a:ext uri="{712DBEE6-36BA-4F5F-9CF6-C873C377DF09}">
                <a16:creationId xmlns:a16="http://schemas.microsoft.com/office/drawing/2010/main" id="{05373080-4506-43E1-8D58-303AFCE8E3FF}"/>
              </a:ext>
            </a:extLst>
          </p:cNvPr>
          <p:cNvSpPr>
            <a:spLocks noGrp="true"/>
          </p:cNvSpPr>
          <p:nvPr>
            <p:ph idx="16"/>
          </p:nvPr>
        </p:nvSpPr>
        <p:spPr>
          <a:xfrm flipH="false" flipV="false" rot="0">
            <a:off x="457200" y="1647825"/>
            <a:ext cx="8242382" cy="3239966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>
            <a:lvl1pPr lvl="0">
              <a:defRPr dirty="0" lang="en-US" sz="1200"/>
            </a:lvl1pPr>
            <a:lvl2pPr lvl="1">
              <a:defRPr dirty="0" lang="en-US" sz="1200"/>
            </a:lvl2pPr>
            <a:lvl3pPr lvl="2">
              <a:defRPr dirty="0" lang="en-US" sz="1200"/>
            </a:lvl3pPr>
            <a:lvl4pPr lvl="3">
              <a:defRPr dirty="0" lang="en-US" sz="1200"/>
            </a:lvl4pPr>
            <a:lvl5pPr lvl="4">
              <a:defRPr dirty="0" lang="en-US" sz="1200"/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true" id="12" name="Content Table Table Box">
            <a:extLst>
              <a:ext uri="{E050E983-00FD-4247-B532-BDDA900D1422}">
                <a16:creationId xmlns:a16="http://schemas.microsoft.com/office/drawing/2010/main" id="{E31AE3F1-250D-4D9F-BE75-DB8965DEBD28}"/>
              </a:ext>
            </a:extLst>
          </p:cNvPr>
          <p:cNvSpPr>
            <a:spLocks noGrp="true"/>
          </p:cNvSpPr>
          <p:nvPr>
            <p:ph idx="17" type="tbl"/>
          </p:nvPr>
        </p:nvSpPr>
        <p:spPr>
          <a:xfrm flipH="false" flipV="false" rot="0">
            <a:off x="457200" y="1666875"/>
            <a:ext cx="8242382" cy="3313909"/>
          </a:xfrm>
          <a:prstGeom prst="rect">
            <a:avLst/>
          </a:prstGeom>
        </p:spPr>
        <p:txBody>
          <a:bodyPr bIns="45720" lIns="91440" rIns="91440" rtlCol="0" tIns="93600">
            <a:noAutofit/>
          </a:bodyPr>
          <a:lstStyle/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</p:spTree>
    <p:extLst>
      <p:ext uri="{8110C1DF-1816-4A6E-A030-436BB2EDC911}">
        <p14:creationId xmlns:p14="http://schemas.microsoft.com/office/powerpoint/2010/main" val="1770603207635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cust">
  <p:cSld name="Single Title Slide">
    <p:bg>
      <p:bgPr>
        <a:solidFill>
          <a:srgbClr val="313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Title 1">
            <a:extLst>
              <a:ext uri="{B57BA77C-6479-47F5-AB9B-9F452201C8F5}">
                <a16:creationId xmlns:a16="http://schemas.microsoft.com/office/drawing/2010/main" id="{9BD140AC-C421-4FD2-A287-4379A0CAA9B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anchor="ctr" rtlCol="0"/>
          <a:lstStyle>
            <a:lvl1pPr algn="ctr" lvl="0">
              <a:defRPr dirty="0" lang="en-US" sz="36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true" id="3" name="Slide Number Placeholder 3">
            <a:extLst>
              <a:ext uri="{988269C4-4916-4D52-A2EF-03261E3868EB}">
                <a16:creationId xmlns:a16="http://schemas.microsoft.com/office/drawing/2010/main" id="{45F4BB17-81AE-4FE1-946A-A9270F0A407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4" name="Footer Placeholder 2">
            <a:extLst>
              <a:ext uri="{04554F0B-D57C-4D77-B0C4-3E7607AC9F5E}">
                <a16:creationId xmlns:a16="http://schemas.microsoft.com/office/drawing/2010/main" id="{43AA253D-FD08-4D0A-95CA-42BD42E8578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5" name="Date Placeholder 1">
            <a:extLst>
              <a:ext uri="{6F0088FF-B6F4-43DE-A36E-F57C87F13FEA}">
                <a16:creationId xmlns:a16="http://schemas.microsoft.com/office/drawing/2010/main" id="{7C68F101-F867-48F7-AB13-12F88B48CB7F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6" name="Single Title Slide Title">
            <a:extLst>
              <a:ext uri="{90EE8C48-7925-4FD1-BA96-77AC604FEDBC}">
                <a16:creationId xmlns:a16="http://schemas.microsoft.com/office/drawing/2010/main" id="{0E2F6BEF-354F-42BC-8D15-663AB6E5AF5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flipH="false" flipV="false" rot="0">
            <a:off x="1238250" y="2019300"/>
            <a:ext cx="6667500" cy="1111250"/>
          </a:xfrm>
          <a:prstGeom prst="rect">
            <a:avLst/>
          </a:prstGeom>
        </p:spPr>
        <p:txBody>
          <a:bodyPr anchor="ctr" bIns="45720" lIns="91440" rIns="91440" rtlCol="0" tIns="45720">
            <a:normAutofit fontScale="100000" lnSpcReduction="0"/>
          </a:bodyPr>
          <a:lstStyle>
            <a:lvl1pPr algn="ctr" lvl="0">
              <a:defRPr dirty="0" lang="en-US" sz="3600">
                <a:solidFill>
                  <a:schemeClr val="bg1"/>
                </a:solidFill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</p:spTree>
    <p:extLst>
      <p:ext uri="{C54E8705-0F3C-4585-A3C4-0CCC7D668279}">
        <p14:creationId xmlns:p14="http://schemas.microsoft.com/office/powerpoint/2010/main" val="1770603207637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1D63751-8F3C-4428-A102-E691C67E918A}">
                <a16:creationId xmlns:a16="http://schemas.microsoft.com/office/drawing/2010/main" id="{CDC2DC05-7761-4507-A4CA-F911CB09001D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5"/>
            <a:ext cx="7620000" cy="857250"/>
          </a:xfrm>
          <a:prstGeom prst="rect">
            <a:avLst/>
          </a:prstGeom>
        </p:spPr>
        <p:txBody>
          <a:bodyPr anchor="b" bIns="45720" lIns="91440" rIns="91440" rtlCol="0" tIns="45720">
            <a:no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D6CE2929-9DEE-498F-9091-5751FB30E1D6}">
                <a16:creationId xmlns:a16="http://schemas.microsoft.com/office/drawing/2010/main" id="{1BAC00DC-AE56-4DCA-8207-DEC76D4060FE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28750"/>
            <a:ext cx="7620000" cy="3048000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4" name="Slide Number Placeholder 5">
            <a:extLst>
              <a:ext uri="{DEA2AA66-D41D-4353-B07C-4F04F55A0DAA}">
                <a16:creationId xmlns:a16="http://schemas.microsoft.com/office/drawing/2010/main" id="{0A5E4CD2-B3C0-472C-BD74-A30CC84A9B01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7767815" y="4695033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5" name="Footer Placeholder 4">
            <a:extLst>
              <a:ext uri="{67339FFA-CB2D-4D78-8794-D18FAFCED2A3}">
                <a16:creationId xmlns:a16="http://schemas.microsoft.com/office/drawing/2010/main" id="{D6C11553-5F2E-45E4-AA83-8DB62D379A43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6" name="Date Placeholder 3">
            <a:extLst>
              <a:ext uri="{E4333E75-05A0-40E5-90C9-698B5FFF84E8}">
                <a16:creationId xmlns:a16="http://schemas.microsoft.com/office/drawing/2010/main" id="{E36CA755-9826-484A-B95F-13D6388E2AAA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sldNum="0"/>
  <p:txStyles>
    <p:titleStyle>
      <a:lvl1pPr algn="l" lvl="0" rtl="false">
        <a:lnSpc>
          <a:spcPct val="100000"/>
        </a:lnSpc>
        <a:spcBef>
          <a:spcPct val="0"/>
        </a:spcBef>
        <a:buNone/>
        <a:defRPr b="1" dirty="0" i="0" lang="en-US" sz="3200">
          <a:solidFill>
            <a:schemeClr val="tx1"/>
          </a:solidFill>
          <a:latin typeface="+mj-lt"/>
        </a:defRPr>
      </a:lvl1pPr>
    </p:titleStyle>
    <p:bodyStyle>
      <a:lvl1pPr algn="l" indent="-342900" lvl="0" marL="342900" rtl="false">
        <a:spcBef>
          <a:spcPts val="1200"/>
        </a:spcBef>
        <a:buChar char="•"/>
        <a:buClr>
          <a:schemeClr val="accent1"/>
        </a:buClr>
        <a:buFont typeface="Arial"/>
        <a:defRPr b="0" dirty="0" i="0" lang="en-US" sz="1600">
          <a:solidFill>
            <a:schemeClr val="tx1"/>
          </a:solidFill>
          <a:latin typeface="+mn-lt"/>
        </a:defRPr>
      </a:lvl1pPr>
      <a:lvl2pPr algn="l" indent="-285750" lvl="1" marL="742950" rtl="false">
        <a:spcBef>
          <a:spcPts val="300"/>
        </a:spcBef>
        <a:buChar char="-"/>
        <a:buClr>
          <a:schemeClr val="tx1">
            <a:lumMod val="85000"/>
            <a:lumOff val="15000"/>
          </a:schemeClr>
        </a:buClr>
        <a:buFont typeface="Arial"/>
        <a:defRPr b="0" dirty="0" i="0" lang="en-US" sz="1400">
          <a:solidFill>
            <a:schemeClr val="tx1">
              <a:lumMod val="85000"/>
              <a:lumOff val="15000"/>
            </a:schemeClr>
          </a:solidFill>
          <a:latin typeface="+mn-lt"/>
        </a:defRPr>
      </a:lvl2pPr>
      <a:lvl3pPr algn="l" indent="-228600" lvl="2" marL="1143000" rtl="false">
        <a:spcBef>
          <a:spcPts val="300"/>
        </a:spcBef>
        <a:buChar char="-"/>
        <a:buClr>
          <a:schemeClr val="tx1">
            <a:lumMod val="75000"/>
            <a:lumOff val="25000"/>
          </a:schemeClr>
        </a:buClr>
        <a:buFont typeface="Arial"/>
        <a:defRPr b="0" dirty="0" i="0" lang="en-US" sz="1200">
          <a:solidFill>
            <a:schemeClr val="tx1">
              <a:lumMod val="75000"/>
              <a:lumOff val="25000"/>
            </a:schemeClr>
          </a:solidFill>
          <a:latin typeface="+mn-lt"/>
        </a:defRPr>
      </a:lvl3pPr>
      <a:lvl4pPr algn="l" indent="-228600" lvl="3" marL="1600200" rtl="false">
        <a:spcBef>
          <a:spcPts val="300"/>
        </a:spcBef>
        <a:buChar char="-"/>
        <a:buClr>
          <a:schemeClr val="tx1">
            <a:lumMod val="65000"/>
            <a:lumOff val="35000"/>
          </a:schemeClr>
        </a:buClr>
        <a:buFont typeface="Arial"/>
        <a:defRPr b="0" dirty="0" i="0" lang="en-US" sz="10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algn="l" indent="-228600" lvl="4" marL="2057400" rtl="false">
        <a:spcBef>
          <a:spcPts val="300"/>
        </a:spcBef>
        <a:buChar char="-"/>
        <a:buClr>
          <a:schemeClr val="tx1">
            <a:lumMod val="50000"/>
            <a:lumOff val="50000"/>
          </a:schemeClr>
        </a:buClr>
        <a:buFont typeface="Arial"/>
        <a:defRPr b="0" dirty="0" i="0" lang="en-US" sz="900">
          <a:solidFill>
            <a:schemeClr val="tx1">
              <a:lumMod val="50000"/>
              <a:lumOff val="50000"/>
            </a:schemeClr>
          </a:solidFill>
          <a:latin typeface="+mn-lt"/>
        </a:defRPr>
      </a:lvl5pPr>
      <a:lvl6pPr algn="l" indent="-228600" lvl="5" marL="2514600" rtl="false">
        <a:spcBef>
          <a:spcPct val="20000"/>
        </a:spcBef>
        <a:buChar char="-"/>
        <a:buClr>
          <a:schemeClr val="tx1">
            <a:lumMod val="50000"/>
            <a:lumOff val="50000"/>
          </a:schemeClr>
        </a:buClr>
        <a:buFont typeface="Arial"/>
        <a:defRPr b="0" dirty="0" i="0" lang="en-US" sz="900">
          <a:solidFill>
            <a:schemeClr val="tx1">
              <a:lumMod val="50000"/>
              <a:lumOff val="50000"/>
            </a:schemeClr>
          </a:solidFill>
          <a:latin typeface="+mn-lt"/>
        </a:defRPr>
      </a:lvl6pPr>
      <a:lvl7pPr algn="l" indent="-228600" lvl="6" marL="2971800" rtl="false">
        <a:spcBef>
          <a:spcPct val="20000"/>
        </a:spcBef>
        <a:buChar char="-"/>
        <a:buClr>
          <a:schemeClr val="tx1">
            <a:lumMod val="50000"/>
            <a:lumOff val="50000"/>
          </a:schemeClr>
        </a:buClr>
        <a:buFont typeface="Arial"/>
        <a:defRPr b="0" dirty="0" i="0" lang="en-US" sz="900">
          <a:solidFill>
            <a:schemeClr val="tx1">
              <a:lumMod val="50000"/>
              <a:lumOff val="50000"/>
            </a:schemeClr>
          </a:solidFill>
          <a:latin typeface="+mn-lt"/>
        </a:defRPr>
      </a:lvl7pPr>
      <a:lvl8pPr algn="l" indent="-228600" lvl="7" marL="3429000" rtl="false">
        <a:spcBef>
          <a:spcPct val="20000"/>
        </a:spcBef>
        <a:buChar char="-"/>
        <a:buClr>
          <a:schemeClr val="tx1">
            <a:lumMod val="50000"/>
            <a:lumOff val="50000"/>
          </a:schemeClr>
        </a:buClr>
        <a:buFont typeface="Arial"/>
        <a:defRPr b="0" dirty="0" i="0" lang="en-US" sz="900">
          <a:solidFill>
            <a:schemeClr val="tx1">
              <a:lumMod val="50000"/>
              <a:lumOff val="50000"/>
            </a:schemeClr>
          </a:solidFill>
          <a:latin typeface="+mn-lt"/>
        </a:defRPr>
      </a:lvl8pPr>
      <a:lvl9pPr algn="l" indent="-228600" lvl="8" marL="3886200" rtl="false">
        <a:spcBef>
          <a:spcPct val="20000"/>
        </a:spcBef>
        <a:buChar char="-"/>
        <a:buClr>
          <a:schemeClr val="tx1">
            <a:lumMod val="50000"/>
            <a:lumOff val="50000"/>
          </a:schemeClr>
        </a:buClr>
        <a:buFont typeface="Arial"/>
        <a:defRPr b="0" dirty="0" i="0" lang="en-US" sz="900">
          <a:solidFill>
            <a:schemeClr val="tx1">
              <a:lumMod val="50000"/>
              <a:lumOff val="50000"/>
            </a:schemeClr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03F22178-D3B2-41B1-AB8D-59A1C61004F3}">
                <a16:creationId xmlns:a16="http://schemas.microsoft.com/office/drawing/2010/main" id="{DFF5FBB1-2630-4380-9E0B-7BDDE9004933}"/>
              </a:ext>
            </a:extLst>
          </p:cNvPr>
          <p:cNvSpPr txBox="1"/>
          <p:nvPr/>
        </p:nvSpPr>
        <p:spPr>
          <a:xfrm flipH="false" flipV="false" rot="0">
            <a:off x="1285875" y="1510798"/>
            <a:ext cx="6572506" cy="826589"/>
          </a:xfrm>
          <a:prstGeom prst="rect">
            <a:avLst/>
          </a:prstGeom>
        </p:spPr>
        <p:txBody>
          <a:bodyPr anchor="ctr" bIns="47625" lIns="95250" rIns="95250" rtlCol="0" tIns="47625">
            <a:spAutoFit/>
          </a:bodyPr>
          <a:lstStyle/>
          <a:p>
            <a:pPr algn="ctr">
              <a:defRPr dirty="0" lang="en-US" sz="1500"/>
            </a:pPr>
            <a:r>
              <a:rPr b="1" dirty="0" lang="en-US" sz="4800">
                <a:latin typeface="Droid Serif-heavy"/>
              </a:rPr>
              <a:t/>
            </a:r>
            <a:endParaRPr b="1" dirty="0" lang="en-US" sz="4800">
              <a:latin typeface="Droid Serif-heavy"/>
            </a:endParaRPr>
          </a:p>
        </p:txBody>
      </p:sp>
      <p:sp>
        <p:nvSpPr>
          <p:cNvPr id="3" name="Cover Slide Title">
            <a:extLst>
              <a:ext uri="{FD9D2CB9-712D-4336-8677-EF86F6FF9752}">
                <a16:creationId xmlns:a16="http://schemas.microsoft.com/office/drawing/2010/main" id="{CA9BF51E-62FE-4AFF-9F96-754E9666F9BF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</p:spTree>
    <p:extLst>
      <p:ext uri="{4A76887B-4C63-47C4-B4CF-9B88B12EDBBE}">
        <p14:creationId xmlns:p14="http://schemas.microsoft.com/office/powerpoint/2010/main" val="1770603207641"/>
      </p:ext>
    </p:extLst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fontWeight:9:1:3" val="6"/>
  <p:tag name="fontWeight:9:0:3" val="6"/>
</p:tagLst>
</file>

<file path=ppt/tags/tag2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webfont8" val="Droid Serif-heavy"/>
  <p:tag name="webfont4" val="Source Sans Pro-demi_bold"/>
</p:tagLst>
</file>

<file path=ppt/theme/_rels/theme1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SVS Theme">
      <a:dk1>
        <a:srgbClr val="31394d"/>
      </a:dk1>
      <a:lt1>
        <a:srgbClr val="ffffff"/>
      </a:lt1>
      <a:dk2>
        <a:srgbClr val="626b73"/>
      </a:dk2>
      <a:lt2>
        <a:srgbClr val="666666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2d83d8"/>
      </a:hlink>
      <a:folHlink>
        <a:srgbClr val="c1408a"/>
      </a:folHlink>
    </a:clrScheme>
    <a:fontScheme name="SVS Fonts">
      <a:majorFont>
        <a:latin typeface="Droid Serif"/>
        <a:ea typeface=""/>
        <a:cs typeface=""/>
      </a:majorFont>
      <a:minorFont>
        <a:latin typeface="Source Sans Pro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SVS Theme">
      <a:dk1>
        <a:srgbClr val="31394d"/>
      </a:dk1>
      <a:lt1>
        <a:srgbClr val="ffffff"/>
      </a:lt1>
      <a:dk2>
        <a:srgbClr val="626b73"/>
      </a:dk2>
      <a:lt2>
        <a:srgbClr val="666666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2d83d8"/>
      </a:hlink>
      <a:folHlink>
        <a:srgbClr val="c1408a"/>
      </a:folHlink>
    </a:clrScheme>
    <a:fontScheme name="SVS Fonts">
      <a:majorFont>
        <a:latin typeface="Droid Serif"/>
        <a:ea typeface=""/>
        <a:cs typeface=""/>
      </a:majorFont>
      <a:minorFont>
        <a:latin typeface="Source Sans Pro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2026-02-09T07:36:35Z</dcterms:created>
  <dcterms:modified xsi:type="dcterms:W3CDTF">2026-02-09T07:42:40Z</dcterms:modified>
</cp:coreProperties>
</file>